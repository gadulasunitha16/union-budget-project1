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F3897-DFEC-4979-B1D7-25C81E1C7F9B}" v="9" dt="2026-02-16T10:29:02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ITHA GADULA" userId="fb79718b039baa54" providerId="LiveId" clId="{BA5CC16A-AF4F-47B3-99B9-5A05AD80F3BC}"/>
    <pc:docChg chg="custSel modSld">
      <pc:chgData name="SUNITHA GADULA" userId="fb79718b039baa54" providerId="LiveId" clId="{BA5CC16A-AF4F-47B3-99B9-5A05AD80F3BC}" dt="2026-02-16T10:30:46.500" v="185" actId="207"/>
      <pc:docMkLst>
        <pc:docMk/>
      </pc:docMkLst>
      <pc:sldChg chg="modSp mod">
        <pc:chgData name="SUNITHA GADULA" userId="fb79718b039baa54" providerId="LiveId" clId="{BA5CC16A-AF4F-47B3-99B9-5A05AD80F3BC}" dt="2026-02-16T10:30:46.500" v="185" actId="207"/>
        <pc:sldMkLst>
          <pc:docMk/>
          <pc:sldMk cId="0" sldId="256"/>
        </pc:sldMkLst>
        <pc:spChg chg="mod">
          <ac:chgData name="SUNITHA GADULA" userId="fb79718b039baa54" providerId="LiveId" clId="{BA5CC16A-AF4F-47B3-99B9-5A05AD80F3BC}" dt="2026-02-16T10:30:46.500" v="185" actId="20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SUNITHA GADULA" userId="fb79718b039baa54" providerId="LiveId" clId="{BA5CC16A-AF4F-47B3-99B9-5A05AD80F3BC}" dt="2026-02-16T10:05:57.575" v="46"/>
        <pc:sldMkLst>
          <pc:docMk/>
          <pc:sldMk cId="0" sldId="257"/>
        </pc:sldMkLst>
        <pc:spChg chg="mod">
          <ac:chgData name="SUNITHA GADULA" userId="fb79718b039baa54" providerId="LiveId" clId="{BA5CC16A-AF4F-47B3-99B9-5A05AD80F3BC}" dt="2026-02-16T10:05:57.575" v="46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SUNITHA GADULA" userId="fb79718b039baa54" providerId="LiveId" clId="{BA5CC16A-AF4F-47B3-99B9-5A05AD80F3BC}" dt="2026-02-16T10:05:23.340" v="42" actId="478"/>
          <ac:spMkLst>
            <pc:docMk/>
            <pc:sldMk cId="0" sldId="257"/>
            <ac:spMk id="4" creationId="{ADEA06DD-AAA4-D915-582A-DFF6DA6DFB06}"/>
          </ac:spMkLst>
        </pc:spChg>
      </pc:sldChg>
      <pc:sldChg chg="addSp delSp modSp mod">
        <pc:chgData name="SUNITHA GADULA" userId="fb79718b039baa54" providerId="LiveId" clId="{BA5CC16A-AF4F-47B3-99B9-5A05AD80F3BC}" dt="2026-02-16T10:11:35.320" v="77"/>
        <pc:sldMkLst>
          <pc:docMk/>
          <pc:sldMk cId="0" sldId="258"/>
        </pc:sldMkLst>
        <pc:spChg chg="mod">
          <ac:chgData name="SUNITHA GADULA" userId="fb79718b039baa54" providerId="LiveId" clId="{BA5CC16A-AF4F-47B3-99B9-5A05AD80F3BC}" dt="2026-02-16T10:11:35.320" v="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UNITHA GADULA" userId="fb79718b039baa54" providerId="LiveId" clId="{BA5CC16A-AF4F-47B3-99B9-5A05AD80F3BC}" dt="2026-02-16T10:09:13.740" v="65" actId="478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SUNITHA GADULA" userId="fb79718b039baa54" providerId="LiveId" clId="{BA5CC16A-AF4F-47B3-99B9-5A05AD80F3BC}" dt="2026-02-16T10:08:43.326" v="60" actId="14100"/>
          <ac:spMkLst>
            <pc:docMk/>
            <pc:sldMk cId="0" sldId="258"/>
            <ac:spMk id="4" creationId="{5A7E97C5-5A47-5534-97BB-8A5CD54FF8D6}"/>
          </ac:spMkLst>
        </pc:spChg>
        <pc:spChg chg="add mod">
          <ac:chgData name="SUNITHA GADULA" userId="fb79718b039baa54" providerId="LiveId" clId="{BA5CC16A-AF4F-47B3-99B9-5A05AD80F3BC}" dt="2026-02-16T10:10:53.155" v="75" actId="255"/>
          <ac:spMkLst>
            <pc:docMk/>
            <pc:sldMk cId="0" sldId="258"/>
            <ac:spMk id="6" creationId="{6903744E-364C-D243-6EF3-D1B561300001}"/>
          </ac:spMkLst>
        </pc:spChg>
      </pc:sldChg>
      <pc:sldChg chg="addSp delSp modSp mod">
        <pc:chgData name="SUNITHA GADULA" userId="fb79718b039baa54" providerId="LiveId" clId="{BA5CC16A-AF4F-47B3-99B9-5A05AD80F3BC}" dt="2026-02-16T10:24:24.500" v="87" actId="14100"/>
        <pc:sldMkLst>
          <pc:docMk/>
          <pc:sldMk cId="0" sldId="259"/>
        </pc:sldMkLst>
        <pc:spChg chg="mod">
          <ac:chgData name="SUNITHA GADULA" userId="fb79718b039baa54" providerId="LiveId" clId="{BA5CC16A-AF4F-47B3-99B9-5A05AD80F3BC}" dt="2026-02-16T10:05:57.612" v="47" actId="2763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SUNITHA GADULA" userId="fb79718b039baa54" providerId="LiveId" clId="{BA5CC16A-AF4F-47B3-99B9-5A05AD80F3BC}" dt="2026-02-16T10:24:02.604" v="83" actId="478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SUNITHA GADULA" userId="fb79718b039baa54" providerId="LiveId" clId="{BA5CC16A-AF4F-47B3-99B9-5A05AD80F3BC}" dt="2026-02-16T10:24:24.500" v="87" actId="14100"/>
          <ac:picMkLst>
            <pc:docMk/>
            <pc:sldMk cId="0" sldId="259"/>
            <ac:picMk id="5" creationId="{8F3AAA38-BE02-F4BA-6023-897063C451AC}"/>
          </ac:picMkLst>
        </pc:picChg>
      </pc:sldChg>
      <pc:sldChg chg="addSp delSp modSp mod">
        <pc:chgData name="SUNITHA GADULA" userId="fb79718b039baa54" providerId="LiveId" clId="{BA5CC16A-AF4F-47B3-99B9-5A05AD80F3BC}" dt="2026-02-16T10:21:14.675" v="81" actId="14100"/>
        <pc:sldMkLst>
          <pc:docMk/>
          <pc:sldMk cId="0" sldId="260"/>
        </pc:sldMkLst>
        <pc:spChg chg="mod">
          <ac:chgData name="SUNITHA GADULA" userId="fb79718b039baa54" providerId="LiveId" clId="{BA5CC16A-AF4F-47B3-99B9-5A05AD80F3BC}" dt="2026-02-16T10:05:57.625" v="48" actId="2763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SUNITHA GADULA" userId="fb79718b039baa54" providerId="LiveId" clId="{BA5CC16A-AF4F-47B3-99B9-5A05AD80F3BC}" dt="2026-02-16T10:21:07.602" v="79" actId="478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SUNITHA GADULA" userId="fb79718b039baa54" providerId="LiveId" clId="{BA5CC16A-AF4F-47B3-99B9-5A05AD80F3BC}" dt="2026-02-16T10:21:14.675" v="81" actId="14100"/>
          <ac:picMkLst>
            <pc:docMk/>
            <pc:sldMk cId="0" sldId="260"/>
            <ac:picMk id="5" creationId="{6D7AE702-69EA-78A1-02D7-34D0796A0992}"/>
          </ac:picMkLst>
        </pc:picChg>
      </pc:sldChg>
      <pc:sldChg chg="addSp delSp modSp mod">
        <pc:chgData name="SUNITHA GADULA" userId="fb79718b039baa54" providerId="LiveId" clId="{BA5CC16A-AF4F-47B3-99B9-5A05AD80F3BC}" dt="2026-02-16T10:27:19.774" v="108" actId="207"/>
        <pc:sldMkLst>
          <pc:docMk/>
          <pc:sldMk cId="0" sldId="261"/>
        </pc:sldMkLst>
        <pc:spChg chg="mod">
          <ac:chgData name="SUNITHA GADULA" userId="fb79718b039baa54" providerId="LiveId" clId="{BA5CC16A-AF4F-47B3-99B9-5A05AD80F3BC}" dt="2026-02-16T10:27:19.774" v="108" actId="207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UNITHA GADULA" userId="fb79718b039baa54" providerId="LiveId" clId="{BA5CC16A-AF4F-47B3-99B9-5A05AD80F3BC}" dt="2026-02-16T10:25:08.849" v="93" actId="478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SUNITHA GADULA" userId="fb79718b039baa54" providerId="LiveId" clId="{BA5CC16A-AF4F-47B3-99B9-5A05AD80F3BC}" dt="2026-02-16T10:26:45.780" v="106" actId="255"/>
          <ac:spMkLst>
            <pc:docMk/>
            <pc:sldMk cId="0" sldId="261"/>
            <ac:spMk id="4" creationId="{B1034391-2E5B-7B9C-8DB2-24FAEF9D47D2}"/>
          </ac:spMkLst>
        </pc:spChg>
      </pc:sldChg>
      <pc:sldChg chg="addSp delSp modSp mod">
        <pc:chgData name="SUNITHA GADULA" userId="fb79718b039baa54" providerId="LiveId" clId="{BA5CC16A-AF4F-47B3-99B9-5A05AD80F3BC}" dt="2026-02-16T10:29:06.726" v="121" actId="207"/>
        <pc:sldMkLst>
          <pc:docMk/>
          <pc:sldMk cId="0" sldId="262"/>
        </pc:sldMkLst>
        <pc:spChg chg="mod">
          <ac:chgData name="SUNITHA GADULA" userId="fb79718b039baa54" providerId="LiveId" clId="{BA5CC16A-AF4F-47B3-99B9-5A05AD80F3BC}" dt="2026-02-16T10:29:06.726" v="121" actId="20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SUNITHA GADULA" userId="fb79718b039baa54" providerId="LiveId" clId="{BA5CC16A-AF4F-47B3-99B9-5A05AD80F3BC}" dt="2026-02-16T10:27:54.983" v="112" actId="478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SUNITHA GADULA" userId="fb79718b039baa54" providerId="LiveId" clId="{BA5CC16A-AF4F-47B3-99B9-5A05AD80F3BC}" dt="2026-02-16T10:28:37.077" v="118"/>
          <ac:spMkLst>
            <pc:docMk/>
            <pc:sldMk cId="0" sldId="262"/>
            <ac:spMk id="4" creationId="{463DB6A0-2F24-9869-6F2D-B43820C260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Empowering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en-US" u="sng" dirty="0">
                <a:solidFill>
                  <a:srgbClr val="C00000"/>
                </a:solidFill>
              </a:rPr>
              <a:t>Project Tittle : </a:t>
            </a:r>
          </a:p>
          <a:p>
            <a:r>
              <a:rPr dirty="0" err="1">
                <a:solidFill>
                  <a:schemeClr val="tx2"/>
                </a:solidFill>
              </a:rPr>
              <a:t>Analysing</a:t>
            </a:r>
            <a:r>
              <a:rPr dirty="0">
                <a:solidFill>
                  <a:schemeClr val="tx2"/>
                </a:solidFill>
              </a:rPr>
              <a:t> the Evolution of Union Budget Allocations for Sustainable Growth</a:t>
            </a:r>
            <a:r>
              <a:rPr lang="en-US" dirty="0">
                <a:solidFill>
                  <a:schemeClr val="tx2"/>
                </a:solidFill>
              </a:rPr>
              <a:t>.</a:t>
            </a:r>
            <a:endParaRPr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SmartInterz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APSCHE Internship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algn="l"/>
            <a:r>
              <a:rPr lang="en-US" u="sng" dirty="0">
                <a:solidFill>
                  <a:srgbClr val="C00000"/>
                </a:solidFill>
              </a:rPr>
              <a:t>Student Name:</a:t>
            </a:r>
            <a:endParaRPr u="sng" dirty="0">
              <a:solidFill>
                <a:srgbClr val="C00000"/>
              </a:solidFill>
            </a:endParaRPr>
          </a:p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Sunitha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Gadula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The Union Budget outlines Government financial priorities.</a:t>
            </a:r>
          </a:p>
          <a:p>
            <a:r>
              <a:rPr lang="en-US" dirty="0"/>
              <a:t>Focus on infrastructure, </a:t>
            </a:r>
            <a:r>
              <a:rPr lang="en-US" dirty="0" err="1"/>
              <a:t>defence</a:t>
            </a:r>
            <a:r>
              <a:rPr lang="en-US" dirty="0"/>
              <a:t>, health, and agriculture.</a:t>
            </a:r>
          </a:p>
          <a:p>
            <a:r>
              <a:rPr lang="en-US" dirty="0"/>
              <a:t> This project analyzes allocation trends (2021-2024).</a:t>
            </a:r>
          </a:p>
          <a:p>
            <a:r>
              <a:rPr lang="en-US" dirty="0"/>
              <a:t> Objective: Understand sustainable growth strategy.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/>
                </a:solidFill>
              </a:rPr>
              <a:t>OBJECTIVES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7E97C5-5A47-5534-97BB-8A5CD54FF8D6}"/>
              </a:ext>
            </a:extLst>
          </p:cNvPr>
          <p:cNvSpPr/>
          <p:nvPr/>
        </p:nvSpPr>
        <p:spPr>
          <a:xfrm>
            <a:off x="786580" y="1789470"/>
            <a:ext cx="7443019" cy="444418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3744E-364C-D243-6EF3-D1B561300001}"/>
              </a:ext>
            </a:extLst>
          </p:cNvPr>
          <p:cNvSpPr txBox="1"/>
          <p:nvPr/>
        </p:nvSpPr>
        <p:spPr>
          <a:xfrm>
            <a:off x="1071715" y="2831294"/>
            <a:ext cx="67547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• </a:t>
            </a:r>
            <a:r>
              <a:rPr lang="en-US" sz="2400" dirty="0"/>
              <a:t>Study evolution of budget allocations.</a:t>
            </a:r>
          </a:p>
          <a:p>
            <a:endParaRPr lang="en-US" sz="2400" dirty="0"/>
          </a:p>
          <a:p>
            <a:r>
              <a:rPr lang="en-US" sz="2400" dirty="0"/>
              <a:t>• Analyze Top Departments and Schemes.</a:t>
            </a:r>
          </a:p>
          <a:p>
            <a:endParaRPr lang="en-US" sz="2400" dirty="0"/>
          </a:p>
          <a:p>
            <a:r>
              <a:rPr lang="en-US" sz="2400" dirty="0"/>
              <a:t> • Compare category-wise distribution.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• Build dashboard using Tableau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Dashboard 1 – Budget Allocation (2021-2022)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AAA38-BE02-F4BA-6023-897063C4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74" y="1691148"/>
            <a:ext cx="7334603" cy="48889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Dashboard 2 – Budget Estimation (2022-2024)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AE702-69EA-78A1-02D7-34D0796A0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22" y="1759974"/>
            <a:ext cx="7803556" cy="4595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50"/>
                </a:solidFill>
              </a:rPr>
              <a:t>KEY INSIGHTS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034391-2E5B-7B9C-8DB2-24FAEF9D47D2}"/>
              </a:ext>
            </a:extLst>
          </p:cNvPr>
          <p:cNvSpPr/>
          <p:nvPr/>
        </p:nvSpPr>
        <p:spPr>
          <a:xfrm>
            <a:off x="835742" y="1600199"/>
            <a:ext cx="7511845" cy="447613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• </a:t>
            </a:r>
            <a:r>
              <a:rPr lang="en-US" sz="2400" dirty="0" err="1"/>
              <a:t>Defence</a:t>
            </a:r>
            <a:r>
              <a:rPr lang="en-US" sz="2400" dirty="0"/>
              <a:t> sector received highest allocation.</a:t>
            </a:r>
          </a:p>
          <a:p>
            <a:endParaRPr lang="en-US" sz="2400" dirty="0"/>
          </a:p>
          <a:p>
            <a:r>
              <a:rPr lang="en-US" sz="2400" dirty="0"/>
              <a:t>• Strong capital investment in national security.</a:t>
            </a:r>
          </a:p>
          <a:p>
            <a:endParaRPr lang="en-US" sz="2400" dirty="0"/>
          </a:p>
          <a:p>
            <a:r>
              <a:rPr lang="en-US" sz="2400" dirty="0"/>
              <a:t>• Agriculture and food processing received major funding.</a:t>
            </a:r>
          </a:p>
          <a:p>
            <a:endParaRPr lang="en-US" sz="2400" dirty="0"/>
          </a:p>
          <a:p>
            <a:r>
              <a:rPr lang="en-US" sz="2400" dirty="0"/>
              <a:t>• Budget supports long-term sustainable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solidFill>
                  <a:schemeClr val="accent1"/>
                </a:solidFill>
              </a:rPr>
              <a:t>CONCLUSION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3DB6A0-2F24-9869-6F2D-B43820C26086}"/>
              </a:ext>
            </a:extLst>
          </p:cNvPr>
          <p:cNvSpPr/>
          <p:nvPr/>
        </p:nvSpPr>
        <p:spPr>
          <a:xfrm>
            <a:off x="717754" y="2054942"/>
            <a:ext cx="7875639" cy="2517058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• Budget trends indicate focus on infrastructure and security.</a:t>
            </a:r>
          </a:p>
          <a:p>
            <a:r>
              <a:rPr lang="en-US" dirty="0"/>
              <a:t>• Government emphasizes inclusive and sustainable development.</a:t>
            </a:r>
          </a:p>
          <a:p>
            <a:r>
              <a:rPr lang="en-US" dirty="0"/>
              <a:t>• Union Budget plays key role in empowering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170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Empowering India</vt:lpstr>
      <vt:lpstr>Introduction</vt:lpstr>
      <vt:lpstr>OBJECTIVES</vt:lpstr>
      <vt:lpstr>Dashboard 1 – Budget Allocation (2021-2022)</vt:lpstr>
      <vt:lpstr>Dashboard 2 – Budget Estimation (2022-2024)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SUNITHA GADULA</cp:lastModifiedBy>
  <cp:revision>1</cp:revision>
  <dcterms:created xsi:type="dcterms:W3CDTF">2013-01-27T09:14:16Z</dcterms:created>
  <dcterms:modified xsi:type="dcterms:W3CDTF">2026-02-16T10:30:54Z</dcterms:modified>
  <cp:category/>
</cp:coreProperties>
</file>